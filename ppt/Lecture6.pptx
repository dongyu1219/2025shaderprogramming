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56" r:id="rId2"/>
    <p:sldId id="523" r:id="rId3"/>
    <p:sldId id="524" r:id="rId4"/>
    <p:sldId id="525" r:id="rId5"/>
    <p:sldId id="526" r:id="rId6"/>
    <p:sldId id="527" r:id="rId7"/>
    <p:sldId id="531" r:id="rId8"/>
    <p:sldId id="532" r:id="rId9"/>
    <p:sldId id="535" r:id="rId10"/>
    <p:sldId id="536" r:id="rId11"/>
    <p:sldId id="530" r:id="rId12"/>
    <p:sldId id="533" r:id="rId13"/>
    <p:sldId id="534" r:id="rId14"/>
    <p:sldId id="537" r:id="rId15"/>
    <p:sldId id="538" r:id="rId16"/>
    <p:sldId id="539" r:id="rId17"/>
    <p:sldId id="541" r:id="rId18"/>
    <p:sldId id="540" r:id="rId19"/>
    <p:sldId id="529" r:id="rId20"/>
    <p:sldId id="542" r:id="rId21"/>
    <p:sldId id="543" r:id="rId22"/>
    <p:sldId id="545" r:id="rId23"/>
    <p:sldId id="54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36" autoAdjust="0"/>
    <p:restoredTop sz="94660"/>
  </p:normalViewPr>
  <p:slideViewPr>
    <p:cSldViewPr>
      <p:cViewPr varScale="1">
        <p:scale>
          <a:sx n="82" d="100"/>
          <a:sy n="82" d="100"/>
        </p:scale>
        <p:origin x="355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Lecture6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0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빛샘효과</a:t>
            </a:r>
            <a:endParaRPr lang="en-US" altLang="ko-KR" dirty="0"/>
          </a:p>
          <a:p>
            <a:pPr lvl="1"/>
            <a:r>
              <a:rPr lang="ko-KR" altLang="en-US" dirty="0"/>
              <a:t>강한 빛은 실제로 빛이 발생하고 있는 영역 보다 넓은 영역을 차지함</a:t>
            </a:r>
            <a:endParaRPr lang="en-US" altLang="ko-KR" dirty="0"/>
          </a:p>
        </p:txBody>
      </p:sp>
      <p:pic>
        <p:nvPicPr>
          <p:cNvPr id="1026" name="Picture 2" descr="https://learnopengl.com/img/advanced-lighting/bloom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58" y="3717032"/>
            <a:ext cx="765341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13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파티클과</a:t>
            </a:r>
            <a:r>
              <a:rPr lang="ko-KR" altLang="en-US" dirty="0"/>
              <a:t> 같이 빛을 발생시키는 오브젝트의 경우 </a:t>
            </a:r>
            <a:r>
              <a:rPr lang="en-US" altLang="ko-KR" dirty="0"/>
              <a:t>Bloom </a:t>
            </a:r>
            <a:r>
              <a:rPr lang="ko-KR" altLang="en-US" dirty="0"/>
              <a:t>효과가 필수적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FF71A1-CF40-CAB6-AE98-408D9941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3208866"/>
            <a:ext cx="2736304" cy="281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2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Bloom </a:t>
            </a:r>
            <a:r>
              <a:rPr lang="ko-KR" altLang="en-US" dirty="0"/>
              <a:t>효과는 아래와 같은 단계로 이루어 짐</a:t>
            </a:r>
            <a:endParaRPr lang="en-US" altLang="ko-KR" dirty="0"/>
          </a:p>
          <a:p>
            <a:pPr lvl="1"/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  <a:p>
            <a:pPr lvl="1"/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45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pic>
        <p:nvPicPr>
          <p:cNvPr id="2050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895112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850" y="2887494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45AA3C1-6B86-A6BB-44A5-10A7AD6ABE3E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43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BEBA6-297D-3A2F-C9D6-FABA1F45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DC178-C4F3-F3DD-DADC-B8AC10E9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GL_COLOR_ATTACHMENT0 :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결과를 그대로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m_HDRRTO0</a:t>
            </a: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GL_COLOR_ATTACHMENT1 : 1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보다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큰 결과만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7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19F0-5B7C-FD89-8E65-0156E187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(FBO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127A8-800A-301D-A90D-3CF84DF69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GL_COLOR_ATTACHMENT1,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7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6946F-0700-8511-47D0-3FC8DEFE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(fs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15223-13EC-7DF1-E8FA-9F622119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layout(location=1)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Textured()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v_UV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)*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float brightness = dot(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result.rgb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vec3(0.2126, 0.7152, 0.0722));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if(brightness &gt; 1.0)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Textured();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88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31F5D-3521-E0E6-2E5C-312BD0FA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82807" cy="1456267"/>
          </a:xfrm>
        </p:spPr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(draw</a:t>
            </a:r>
            <a:r>
              <a:rPr lang="ko-KR" altLang="en-US" dirty="0"/>
              <a:t> 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6C120-FCA9-A206-ABF9-B0C9204A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~~~ Render particles</a:t>
            </a:r>
          </a:p>
          <a:p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30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</p:txBody>
      </p:sp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780928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right regions extracted for glow or bloom effect are blurred in OpenGL">
            <a:extLst>
              <a:ext uri="{FF2B5EF4-FFF2-40B4-BE49-F238E27FC236}">
                <a16:creationId xmlns:a16="http://schemas.microsoft.com/office/drawing/2014/main" id="{9C885B61-CBDD-45F6-8E93-65E3499ED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76" y="2774868"/>
            <a:ext cx="4848617" cy="380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A66D63E-BE48-8787-D36D-FADFC7586B06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2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E5E9-F676-3B05-4EA4-AED9232A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4FDF9-58FF-C81E-2DDA-00195044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[2]</a:t>
            </a:r>
          </a:p>
          <a:p>
            <a:pPr lvl="1"/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효율적인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위한 가로방향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 순차적으로 일어 남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[0]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blur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…</a:t>
            </a:r>
          </a:p>
          <a:p>
            <a:pPr lvl="1"/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각 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ko-KR" altLang="en-US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는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Rendertarget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texture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한장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씩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attach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78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9E84-B23F-3DB7-008E-0CE3A9A7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(FBO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2CF75-4AFF-CF24-BB1A-481FD352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96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64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363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세로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39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788BC-B72B-FFDC-3C00-1FF24C55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08248-3984-93E4-18F4-2242641F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654814" cy="4069240"/>
          </a:xfrm>
        </p:spPr>
        <p:txBody>
          <a:bodyPr>
            <a:normAutofit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313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122" name="Picture 2" descr="Bright regions extracted for glow or bloom effect are blurred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4847655"/>
            <a:ext cx="2465242" cy="19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0" y="3119463"/>
            <a:ext cx="2714678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2543399"/>
            <a:ext cx="248462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xample of the Bloom or Glow post-processing effect in OpenGL with HD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2996952"/>
            <a:ext cx="38100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/>
          <p:cNvCxnSpPr>
            <a:stCxn id="5" idx="3"/>
            <a:endCxn id="5122" idx="1"/>
          </p:cNvCxnSpPr>
          <p:nvPr/>
        </p:nvCxnSpPr>
        <p:spPr>
          <a:xfrm>
            <a:off x="3334068" y="4181581"/>
            <a:ext cx="1021127" cy="1633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십자형 8"/>
          <p:cNvSpPr/>
          <p:nvPr/>
        </p:nvSpPr>
        <p:spPr>
          <a:xfrm>
            <a:off x="5395988" y="4452820"/>
            <a:ext cx="512541" cy="476371"/>
          </a:xfrm>
          <a:prstGeom prst="plus">
            <a:avLst>
              <a:gd name="adj" fmla="val 379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줄무늬가 있는 오른쪽 화살표 9"/>
          <p:cNvSpPr/>
          <p:nvPr/>
        </p:nvSpPr>
        <p:spPr>
          <a:xfrm>
            <a:off x="7029695" y="3733338"/>
            <a:ext cx="703110" cy="18789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4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889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(FS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const float gamma = 2.2;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tone mapping</a:t>
            </a:r>
          </a:p>
          <a:p>
            <a:r>
              <a:rPr lang="es-E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vec3(1.0) - exp(-hdrColor * u_Exposure);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also gamma correct while we're at it       </a:t>
            </a:r>
          </a:p>
          <a:p>
            <a:r>
              <a:rPr lang="sv-SE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result = pow(result, vec3(1.0 / gamma));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176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A9998-B103-E1EB-0009-7C26BA4A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(DRAW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7DFF2-CAC3-C7D6-90B1-0DCFA7B9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float exposure)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m_DrawMergeTextureShader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glUniform1f(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716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2788E-A61D-B0C5-31BE-FB4D603E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35749-64B6-8EA9-E95D-2DE0DDE4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(GL_COLOR_BUFFER_BIT); 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DrawAlphaClear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DrawParticleEffect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(-0.75, -0.75, 128, 128,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DrawTexture(-0.25, -0.75, 128, 128, m_PingpongTexture[0]);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3.f);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4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979</TotalTime>
  <Words>2347</Words>
  <Application>Microsoft Office PowerPoint</Application>
  <PresentationFormat>와이드스크린</PresentationFormat>
  <Paragraphs>275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돋움체</vt:lpstr>
      <vt:lpstr>맑은 고딕</vt:lpstr>
      <vt:lpstr>Arial</vt:lpstr>
      <vt:lpstr>Bookman Old Style</vt:lpstr>
      <vt:lpstr>Rockwell</vt:lpstr>
      <vt:lpstr>Damask</vt:lpstr>
      <vt:lpstr>셰이더 프로그래밍 Lecture6</vt:lpstr>
      <vt:lpstr>Bloom</vt:lpstr>
      <vt:lpstr>Bloom</vt:lpstr>
      <vt:lpstr>Bloom</vt:lpstr>
      <vt:lpstr>Bloom</vt:lpstr>
      <vt:lpstr>Bloom</vt:lpstr>
      <vt:lpstr>Color 의 세기를 HDR Texture에 출력</vt:lpstr>
      <vt:lpstr>Color 의 세기를 HDR Texture에 출력 (FBO 코드)</vt:lpstr>
      <vt:lpstr>Color 의 세기를 HDR Texture에 출력 (fs 코드)</vt:lpstr>
      <vt:lpstr>Color 의 세기를 HDR Texture에 출력 (draw  코드)</vt:lpstr>
      <vt:lpstr>Bloom</vt:lpstr>
      <vt:lpstr>HDR Texture를 Blur 시켜 빛이 퍼지는 영역 생성</vt:lpstr>
      <vt:lpstr>HDR Texture를 Blur 시켜 빛이 퍼지는 영역 생성 (FBO 코드)</vt:lpstr>
      <vt:lpstr>HDR Texture를 Blur 시켜 빛이 퍼지는 영역 생성 ( VS 코드)</vt:lpstr>
      <vt:lpstr>HDR Texture를 Blur 시켜 빛이 퍼지는 영역 생성 ( FS 코드 : 가로, m_GaussianBlurHShader)</vt:lpstr>
      <vt:lpstr>HDR Texture를 Blur 시켜 빛이 퍼지는 영역 생성 ( FS 코드 : 세로, m_GaussianBlurVShader)</vt:lpstr>
      <vt:lpstr>HDR Texture를 Blur 시켜 빛이 퍼지는 영역 생성 ( Draw 코드 )</vt:lpstr>
      <vt:lpstr>HDR Texture를 Blur 시켜 빛이 퍼지는 영역 생성 ( Draw 코드 )</vt:lpstr>
      <vt:lpstr>Bloom</vt:lpstr>
      <vt:lpstr>원래 영상과 합성하여 최종 렌더링 (VS 코드)</vt:lpstr>
      <vt:lpstr>원래 영상과 합성하여 최종 렌더링 (FS 코드)</vt:lpstr>
      <vt:lpstr>원래 영상과 합성하여 최종 렌더링 (DRAW 코드)</vt:lpstr>
      <vt:lpstr>전체 흐름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동규 김</cp:lastModifiedBy>
  <cp:revision>69</cp:revision>
  <dcterms:created xsi:type="dcterms:W3CDTF">2006-10-05T04:04:58Z</dcterms:created>
  <dcterms:modified xsi:type="dcterms:W3CDTF">2025-12-02T05:22:01Z</dcterms:modified>
</cp:coreProperties>
</file>